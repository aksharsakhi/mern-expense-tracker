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291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FULL STACK FRAMEWORKS MINI-PROJECT EVALUATION</a:t>
            </a:r>
          </a:p>
          <a:p>
            <a:pPr>
              <a:spcBef>
                <a:spcPts val="1000"/>
              </a:spcBef>
              <a:defRPr sz="3600" b="1">
                <a:solidFill>
                  <a:srgbClr val="F8FAFC"/>
                </a:solidFill>
              </a:defRPr>
            </a:pPr>
            <a:r>
              <a:t>SpendWise: Modern MERN Expense Tracker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Daily Cashflow Management, Monthly Aggregations &amp; Visual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937760"/>
            <a:ext cx="98755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• Candidate: Akshar Sakhi      • Evaluation Date: 16 October 2026      • Stack: MongoDB, Express, React, 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FULL STACK FRAMEWORKS —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43F5E"/>
                </a:solidFill>
              </a:defRPr>
            </a:pPr>
            <a:r>
              <a:t>1. The Challenge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Personal budgeting is often cumbersome and dispersed across spreadsheets or paper receipts.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Lack of real-time visibility into category-specific spending leaks (e.g. food, utilities, housing).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Absence of instant monthly cashflow aggregations to determine true savings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6366F1"/>
                </a:solidFill>
              </a:defRPr>
            </a:pPr>
            <a:r>
              <a:t>2. Our Solution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SpendWise: A centralized, high-speed MERN web platform.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Seamless daily recording of both income and expenses with payment method and notes.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Interactive monthly date pickers with live multi-dimensional analytics and instant charts.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3. Core Objectives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Full RESTful CRUD operations with server-side validation.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High-performance MongoDB aggregation pipelines for instant monthly totals.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Responsive, glassmorphic React dashboard with dark/light theme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FULL STACK FRAMEWORKS —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Full-Stack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Frontend Tier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React 18 &amp; Vite: Ultra-fast component rendering and HMR.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Chart.js &amp; React-Chartjs-2: Interactive category donut and daily cashflow bar graphs.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Lucide React: Crisp vector iconography for all financial categories.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Design System: Modern CSS variables, glassmorphism, fluid micro-interactions, dark/light themes.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5912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Backend REST Tier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Node.js &amp; Express.js: Lightweight, modular HTTP server architecture.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REST API Contract: Clean separation of concerns with controllers, models, and routes.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CORS &amp; Morgan: Cross-origin security and structured request logging.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Centralized Error Handler: Uniform JSON error reporting across all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5912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Database &amp; Aggregation Tier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MongoDB 8.x &amp; Mongoose: Document-based database with strict schema validation.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Multi-Faceted Aggregation Pipelines ($facet, $group, $sort): Calculates totals in a single DB round-trip.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Performance Indexes: Compound indexes on (date, type) and category for instant query retrieval.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FULL STACK FRAMEWORKS —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RESTful API Specification &amp; JSON Data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API Endpoint Contracts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GET /api/transactions?month=2026-10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└ Fetches filtered list by month, type, category, and keyword search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GET /api/transactions/summary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└ MongoDB aggregation computing totals, savings rate, and category breakdowns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POST /api/transactions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└ Creates transaction with validation (amount, type, category, date, method)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PUT /api/transactions/:id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└ Updates transaction fields with Mongoose validator checks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DELETE /api/transactions/:id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└ Permanently deletes transaction record by ObjectId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POST /api/transactions/seed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└ Instantly populates realistic evaluation demo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Mongoose Transaction Schema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{</a:t>
            </a:r>
            <a:br/>
            <a:r>
              <a:t>  "_id": "670ecb3523f4...",</a:t>
            </a:r>
            <a:br/>
            <a:r>
              <a:t>  "amount": 18500,</a:t>
            </a:r>
            <a:br/>
            <a:r>
              <a:t>  "type": "expense",</a:t>
            </a:r>
            <a:br/>
            <a:r>
              <a:t>  "category": "Housing",</a:t>
            </a:r>
            <a:br/>
            <a:r>
              <a:t>  "date": "2026-10-02T10:30:00Z",</a:t>
            </a:r>
            <a:br/>
            <a:r>
              <a:t>  "paymentMethod": "Net Banking",</a:t>
            </a:r>
            <a:br/>
            <a:r>
              <a:t>  "note": "Apartment monthly rent",</a:t>
            </a:r>
            <a:br/>
            <a:r>
              <a:t>  "createdAt": "2026-10-02T...",</a:t>
            </a:r>
            <a:br/>
            <a:r>
              <a:t>  "updatedAt": "2026-10-02T..."</a:t>
            </a:r>
            <a:br/>
            <a:r>
              <a:t>}</a:t>
            </a:r>
            <a:br/>
            <a:br/>
            <a:r>
              <a:t>Validation Rules:</a:t>
            </a:r>
            <a:br/>
            <a:r>
              <a:t>• amount &gt; 0 (numeric min: 0.01)</a:t>
            </a:r>
            <a:br/>
            <a:r>
              <a:t>• type: ['income', 'expense']</a:t>
            </a:r>
            <a:br/>
            <a:r>
              <a:t>• category: string (required)</a:t>
            </a:r>
            <a:br/>
            <a:r>
              <a:t>• paymentMethod: enum (UPI, Net Banking, Card, Cash)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FULL STACK FRAMEWORKS —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MongoDB Aggregation Pipeline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6366F1"/>
                </a:solidFill>
              </a:defRPr>
            </a:pPr>
            <a:r>
              <a:t>Pipeline Stage 1: $match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Constructs precise UTC date boundaries for the selected month (e.g., 2026-10-01 to 2026-11-01).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Filters the indexed date field in logarithmic time before branching into parallel facets.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10B981"/>
                </a:solidFill>
              </a:defRPr>
            </a:pPr>
            <a:r>
              <a:t>Pipeline Stage 2: Multi-Faceted $facet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totals: Computes overall income sum, expense sum, and transaction counts.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expensesByCategory: Groups expenses by category and sorts descending by total expenditure.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dailyTotals: Groups amounts by day and type for visual time-series velocity graphs.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paymentMethods: Analyzes distribution across UPI, Cards, and Net Banking.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F59E0B"/>
                </a:solidFill>
              </a:defRPr>
            </a:pPr>
            <a:r>
              <a:t>Pipeline Stage 3: Computed Metrics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Net Balance: Evaluated in real-time as (totalIncome - totalExpense).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Savings Rate: Evaluated as ((income - expense) / income) * 100.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 Category Share: Real-time percentage calculation per category.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FULL STACK FRAMEWORKS —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Evaluation Demonstration &amp;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Live Demonstration Workflow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1. Dynamic Month Switching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└ Observe instant recalculation of metrics when switching between October and September 2026.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2. Full CRUD Operations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└ Add a new transaction via modal, edit amounts/notes on the fly, or delete with confirmation modal.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3. Multi-Faceted Filters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└ Filter transactions live by search keyword, income/expense type, and category.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4. One-Click Demo Seeder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└ Single-click 'Seed Data' button to refresh realistic evaluation data at any time.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5. CSV Export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└ Direct export of month records to standard CSV file format.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Key Learning Outcomes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✔  Mastery of the MERN architecture with clean API contracts and data models.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✔  Hands-on expertise building advanced MongoDB aggregation pipelines ($facet, $group, $match).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✔  Building responsive, accessible React applications with interactive Chart.js visualizations.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✔  Adhering to professional Git development workflows with clear, atomic commit histories.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✔  Clean separation of concerns: reusable UI components, centralized API services, and robust server error handling.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